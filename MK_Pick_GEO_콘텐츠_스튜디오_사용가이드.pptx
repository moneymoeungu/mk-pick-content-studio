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drawingml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Theme" Type="http://schemas.openxmlformats.org/officeDocument/2006/relationships/theme" Target="theme/theme1.xml"/>
  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1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2.pn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3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4.pn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5.pn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6.pn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7.pn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8.pn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9.pn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10.pn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11.png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12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KPickTheme">
  <a:themeElements>
    <a:clrScheme name="MKPick">
      <a:dk1>
        <a:srgbClr val="111827"/>
      </a:dk1>
      <a:lt1>
        <a:srgbClr val="FFFFFF"/>
      </a:lt1>
      <a:dk2>
        <a:srgbClr val="4B5563"/>
      </a:dk2>
      <a:lt2>
        <a:srgbClr val="F8F9FA"/>
      </a:lt2>
      <a:accent1>
        <a:srgbClr val="F37021"/>
      </a:accent1>
      <a:accent2>
        <a:srgbClr val="146C43"/>
      </a:accent2>
      <a:accent3>
        <a:srgbClr val="996500"/>
      </a:accent3>
      <a:accent4>
        <a:srgbClr val="F37021"/>
      </a:accent4>
      <a:accent5>
        <a:srgbClr val="4B5563"/>
      </a:accent5>
      <a:accent6>
        <a:srgbClr val="6B7280"/>
      </a:accent6>
      <a:hlink>
        <a:srgbClr val="F37021"/>
      </a:hlink>
      <a:folHlink>
        <a:srgbClr val="996500"/>
      </a:folHlink>
    </a:clrScheme>
    <a:fontScheme name="MKPickFonts">
      <a:majorFont>
        <a:latin typeface="Malgun Gothic"/>
        <a:ea typeface="Malgun Gothic"/>
        <a:cs typeface="Malgun Gothic"/>
      </a:majorFont>
      <a:minorFont>
        <a:latin typeface="Malgun Gothic"/>
        <a:ea typeface="Malgun Gothic"/>
        <a:cs typeface="Malgun Gothic"/>
      </a:minorFont>
    </a:fontScheme>
    <a:fmtScheme name="MKPickFm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